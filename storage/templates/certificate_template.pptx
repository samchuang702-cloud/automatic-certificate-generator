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11680" y="5486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證 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姓名：{{name}}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945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身分證字號：{{id_number}}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證書名稱：{{certificate_name}}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918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課程名稱：{{course_name}}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日期：{{date}}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